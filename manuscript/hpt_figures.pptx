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hpt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±1% and ±2%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hpt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