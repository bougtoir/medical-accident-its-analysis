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Figure 1</a:t>
            </a:r>
          </a:p>
        </p:txBody>
      </p:sp>
      <p:pic>
        <p:nvPicPr>
          <p:cNvPr id="3" name="Picture 2" descr="hpm_Figur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005840"/>
            <a:ext cx="10698480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Equivalence (TOST) of the litigation-rate effect against ±1% and ±2% margins; horizontal bars are 90% confidence intervals.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Figure 2</a:t>
            </a:r>
          </a:p>
        </p:txBody>
      </p:sp>
      <p:pic>
        <p:nvPicPr>
          <p:cNvPr id="3" name="Picture 2" descr="hpm_Figur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005840"/>
            <a:ext cx="10460736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Biennial physician growth against lagged litigation exposure measured as (a) counts and (b) rates.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Arial"/>
        <a:font script="Hang" typeface="Arial"/>
        <a:font script="Hans" typeface="Arial"/>
        <a:font script="Hant" typeface="Arial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Arial"/>
        <a:font script="Hang" typeface="Arial"/>
        <a:font script="Hans" typeface="Arial"/>
        <a:font script="Hant" typeface="Arial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