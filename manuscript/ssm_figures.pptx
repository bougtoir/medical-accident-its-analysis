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+/-1% and +/-2%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hospital facility-count growth against lagged litigation exposure measured as (a) counts and (b) rates. Points are coloured by specialty; the rate-adjusted panel shows no systematic association.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ha_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policy-instrument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