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1</a:t>
            </a:r>
          </a:p>
        </p:txBody>
      </p:sp>
      <p:pic>
        <p:nvPicPr>
          <p:cNvPr id="3" name="Picture 2" descr="ph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6984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Equivalence (TOST) of the litigation-rate effect against ±1% and ±2% margins; horizontal bars are 90% confidence intervals.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2</a:t>
            </a:r>
          </a:p>
        </p:txBody>
      </p:sp>
      <p:pic>
        <p:nvPicPr>
          <p:cNvPr id="3" name="Picture 2" descr="ph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46073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Biennial physician growth against lagged litigation exposure measured as (a) counts and (b)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