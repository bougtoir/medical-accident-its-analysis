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hp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±1% and ±2% margins; horizontal bars are 90% confidence intervals.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hp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measured as (a) counts and (b) rates.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