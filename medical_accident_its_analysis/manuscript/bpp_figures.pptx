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a_Figur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279392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Sensitivity-analysis framework for evaluating malpractice-litigation risk as a healthcare workforce-allocation instrument.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a_Figur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2008-2024 (rates, not counts).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ha_Figur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ha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+/-1% and +/-2% margins; horizontal bars are 90% confidence intervals.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5</a:t>
            </a:r>
          </a:p>
        </p:txBody>
      </p:sp>
      <p:pic>
        <p:nvPicPr>
          <p:cNvPr id="3" name="Picture 2" descr="ha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 Points are coloured by specialty; the count panel shows the size confounding that the rate panel removes.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6</a:t>
            </a:r>
          </a:p>
        </p:txBody>
      </p:sp>
      <p:pic>
        <p:nvPicPr>
          <p:cNvPr id="3" name="Picture 2" descr="ha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hospital facility-count growth against lagged litigation exposure measured as (a) counts and (b) rates. Points are coloured by specialty; the rate-adjusted panel shows no systematic association.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7</a:t>
            </a:r>
          </a:p>
        </p:txBody>
      </p:sp>
      <p:pic>
        <p:nvPicPr>
          <p:cNvPr id="3" name="Picture 2" descr="ha_Figur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Counterfactual policy-instrument simulation: marginal 10-year change in physician counts by specialty relative to the projected baseline drift. The MDE benchmark is the minimum detectable per-SD effect from the primary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